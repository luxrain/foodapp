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545"/>
  </p:normalViewPr>
  <p:slideViewPr>
    <p:cSldViewPr snapToGrid="0">
      <p:cViewPr varScale="1">
        <p:scale>
          <a:sx n="146" d="100"/>
          <a:sy n="146" d="100"/>
        </p:scale>
        <p:origin x="2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4F38-2952-75FE-06F4-BFC3439022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D76FD-2D1C-B127-B689-68093F66A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29E67-BC9E-9853-5F23-FC491BA5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9BF8-CBDF-E24C-BF92-AE8CF19C51F3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E0839-F60C-E40D-AFA0-DEB0E0BA3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66F2A-32BF-1BC5-7C66-6244C4A2F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3CAC-99CF-D740-8DA9-CFE91B568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95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0FD96-0E65-FB58-1CB0-AF640700A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6CE4D-DC6D-AC13-AC04-7E098C28E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C91BF-AEEF-3979-C5C0-BABDD4EA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9BF8-CBDF-E24C-BF92-AE8CF19C51F3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6ED1E-FEDA-20E7-19CB-E100A1FEF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D99C5-4165-DBCC-DAC6-4453A98D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3CAC-99CF-D740-8DA9-CFE91B568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42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4C45B-D774-ADBE-563B-0CAC7CF4B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99714-78DA-63FF-8FEE-9AEA1A16E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5C759-EE11-87C4-BAC8-69281FA6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9BF8-CBDF-E24C-BF92-AE8CF19C51F3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2347F-FBCA-104A-0F19-815225B11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8A270-E1AB-3F9B-30DD-A5DE9B63D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3CAC-99CF-D740-8DA9-CFE91B568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01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53B4F-561E-93CF-F20E-2521AA65A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E41AE-FE11-70FC-AF6B-5611FA27D3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57C06-08CE-3971-8E7F-0CCF2786B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E5DC6-7E2E-61F2-E9DA-5AB02B03F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9BF8-CBDF-E24C-BF92-AE8CF19C51F3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3E0B7-20E8-D461-33A6-299A5ABE9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E0669-21C8-DF77-0C3A-E38C1081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3CAC-99CF-D740-8DA9-CFE91B568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84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96180-B3AF-B41D-EFA1-EC7C2F096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05BF4-C524-B781-8347-D4831D2CE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303C7-14B5-DA11-A85C-6904B3E16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0F7283-5E2B-A0A5-92EE-C0470DF56F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B13483-9AAD-B03D-9E1E-17EADD6C5D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DB1065-77CE-64A3-4CB5-10F4D4A7D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9BF8-CBDF-E24C-BF92-AE8CF19C51F3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84E3AF-76AD-C99E-999D-50D1C3411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8FBFF8-72F5-5556-5AD6-EF7BBBF80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3CAC-99CF-D740-8DA9-CFE91B568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3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96BFB-D4F7-693C-7276-5CFA389D8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0C9FC3-8679-D5C8-959B-783ACEEE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9BF8-CBDF-E24C-BF92-AE8CF19C51F3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4820D-ED6C-F551-E4C6-F4627BECA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C2383-F620-6005-0884-35CA3359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3CAC-99CF-D740-8DA9-CFE91B568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4DC7F-9B20-F343-D913-9765402E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9BF8-CBDF-E24C-BF92-AE8CF19C51F3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69CBFD-19C2-96D8-ECE7-67E4D1B52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10910-FEA4-846A-DB44-E35780394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3CAC-99CF-D740-8DA9-CFE91B568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564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7D89E-603A-9EC0-3F88-4A5EE33D3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EA67F-B106-0F4F-F15D-7B651C95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17ED3-D1BC-F1A1-F523-519A342CB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D2BB0-D1BE-171B-67B1-5F26A9DB9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9BF8-CBDF-E24C-BF92-AE8CF19C51F3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E2D67-002B-EA02-162C-2983BDEC1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4217C-B3D9-EF90-2483-29A3D277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3CAC-99CF-D740-8DA9-CFE91B568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58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41274-D6C2-EA4F-B763-DDCBB4113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2588AE-CE5C-E32C-D356-3A9AFF6F6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5E53C-CD20-04B7-429B-4389D7021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397D8-EA91-120D-9D45-10454D0DF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9BF8-CBDF-E24C-BF92-AE8CF19C51F3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E8BD2-18B4-358F-E98A-AD41AE8FA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BAC1D2-8A24-1046-F7B5-80EE6DC20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3CAC-99CF-D740-8DA9-CFE91B568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218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DEA86-6A5D-96E1-7B30-2A7072D8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5F145-1BE1-84FA-6F76-57FEA59D4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279F-03F3-496E-A302-FB69C1A7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9BF8-CBDF-E24C-BF92-AE8CF19C51F3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0014F-7F28-B96C-153B-6C260C9D7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5FC3B-75FD-7F29-84F4-059B041D5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3CAC-99CF-D740-8DA9-CFE91B568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22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22477-D65B-AA07-519E-7D8229D586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5A28D-8C1A-037C-C5EC-817D9FFF8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D8AFC-5C11-4E12-4916-A8463ED57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9BF8-CBDF-E24C-BF92-AE8CF19C51F3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A70CA-4DCE-32AA-244B-648B0E71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DDCE8-D895-9402-4FED-8C1265AB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3CAC-99CF-D740-8DA9-CFE91B568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299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352BC3-F0E7-83E4-838E-133304C45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779C2-8D2A-D78E-DA39-4F5B57347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C2C88-9388-22AE-73D6-DB4E5403A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89BF8-CBDF-E24C-BF92-AE8CF19C51F3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516E3-412C-05CA-55D5-402E769423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CB529-F909-CFB8-5FBB-9C54E8A04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43CAC-99CF-D740-8DA9-CFE91B568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0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55DC-C777-6FA9-9714-1FF40670B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Science Fair</a:t>
            </a:r>
            <a:br>
              <a:rPr lang="en-US" dirty="0"/>
            </a:br>
            <a:r>
              <a:rPr lang="en-US" dirty="0"/>
              <a:t>-Mobile App for Donation 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60766-AA3C-06EF-A577-714E09865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</a:t>
            </a:r>
          </a:p>
          <a:p>
            <a:pPr lvl="1"/>
            <a:r>
              <a:rPr lang="en-US" dirty="0"/>
              <a:t>Scan donation (typical food) to collect information, such as product name, count, calories, gradient, nutrition, etc. by taking photos/videos (live video)</a:t>
            </a:r>
          </a:p>
          <a:p>
            <a:pPr lvl="1"/>
            <a:r>
              <a:rPr lang="en-US" dirty="0"/>
              <a:t>Save the information into a system for distribution later</a:t>
            </a:r>
          </a:p>
          <a:p>
            <a:r>
              <a:rPr lang="en-US" dirty="0"/>
              <a:t>Technology </a:t>
            </a:r>
          </a:p>
          <a:p>
            <a:pPr lvl="1"/>
            <a:r>
              <a:rPr lang="en-US" dirty="0"/>
              <a:t>Detect the texts from the scanning photos/videos (video/photo analysis)</a:t>
            </a:r>
          </a:p>
          <a:p>
            <a:pPr lvl="1"/>
            <a:r>
              <a:rPr lang="en-US" dirty="0"/>
              <a:t>Process/extract the useful texts with an LLM</a:t>
            </a:r>
          </a:p>
          <a:p>
            <a:pPr lvl="1"/>
            <a:r>
              <a:rPr lang="en-US" dirty="0"/>
              <a:t>Store information</a:t>
            </a:r>
          </a:p>
        </p:txBody>
      </p:sp>
    </p:spTree>
    <p:extLst>
      <p:ext uri="{BB962C8B-B14F-4D97-AF65-F5344CB8AC3E}">
        <p14:creationId xmlns:p14="http://schemas.microsoft.com/office/powerpoint/2010/main" val="2679765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10066</TotalTime>
  <Words>81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Science Fair -Mobile App for Donation Scan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Linmin pei</dc:creator>
  <cp:lastModifiedBy>Linmin pei</cp:lastModifiedBy>
  <cp:revision>1</cp:revision>
  <dcterms:created xsi:type="dcterms:W3CDTF">2026-09-02T00:40:11Z</dcterms:created>
  <dcterms:modified xsi:type="dcterms:W3CDTF">2026-09-09T00:26:39Z</dcterms:modified>
</cp:coreProperties>
</file>